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DD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 Based Bioinformation Platform构想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Vision for Future Bioinformatics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DD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Introduction</a:t>
            </a:r>
          </a:p>
          <a:p>
            <a:r>
              <a:t>2. Platform Architecture Design</a:t>
            </a:r>
          </a:p>
          <a:p>
            <a:r>
              <a:t>3. Functional Modules Detailed Planning</a:t>
            </a:r>
          </a:p>
          <a:p>
            <a:r>
              <a:t>4.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Cloud Based Bioinformation Platform aims to provide scalable, efficient, and collaborative solutions for bioinformatics research.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Architecture Design - Infrastructure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Service Selection: AWS (Batch/Nextflow) or Google Cloud (Life Sciences API).</a:t>
            </a:r>
          </a:p>
          <a:p>
            <a:r>
              <a:t>Data Delivery: Raw data stored in AWS S3.</a:t>
            </a:r>
          </a:p>
          <a:p>
            <a:r>
              <a:t>CLI Tools and Web-based Resumable Downloads (for Gb-level data downloads).</a:t>
            </a:r>
          </a:p>
          <a:p>
            <a:r>
              <a:t>Permission Management: IAM Policies or Temporary Signed URLs to ensure data visibility only to clients.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Architecture Design - Compute Engine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Stack: Nextflow or Snakemake for standardized pipelines.</a:t>
            </a:r>
          </a:p>
          <a:p>
            <a:r>
              <a:t>Bulk RNA-seq: fastp -&gt; STAR -&gt; featureCounts -&gt; DESeq2.</a:t>
            </a:r>
          </a:p>
          <a:p>
            <a:r>
              <a:t>10x Single Cell: CellRanger -&gt; Seurat/Scanpy.</a:t>
            </a:r>
          </a:p>
          <a:p>
            <a:r>
              <a:t>Containerization: All software environments encapsulated in Docker for consistency across cloud instances.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Architecture Design - AI Interaction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Engine: Integrate Claude 3.5 Sonnet or GPT-4o for code generation and scientific chart understanding.</a:t>
            </a:r>
          </a:p>
          <a:p>
            <a:r>
              <a:t>Agent Mode: User input -&gt; LLM generates Python (Scanpy/Seurat) or R code -&gt; Runs in an isolated sandbox environment -&gt; Returns result charts.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Modules Detailed Planning - Module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 Distribution (The 'Drop-box' for Bio-data):</a:t>
            </a:r>
          </a:p>
          <a:p>
            <a:r>
              <a:t>Client logs in to see a Dropbox-like interface to access Fastq files.</a:t>
            </a:r>
          </a:p>
          <a:p>
            <a:r>
              <a:t>Provide MD5 checksum to ensure transmission integrity.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Modules Detailed Planning - Module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Analysis Pipeline (One-click Pipeline):</a:t>
            </a:r>
          </a:p>
          <a:p>
            <a:r>
              <a:t>User selects samples -&gt; Select species -&gt; Click 'Start Running'.</a:t>
            </a:r>
          </a:p>
          <a:p>
            <a:r>
              <a:t>Real-time progress bar (Log streaming).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Modules Detailed Planning - Module Three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AI Laboratory (AI Bio-CoPilot):</a:t>
            </a:r>
          </a:p>
          <a:p>
            <a:r>
              <a:t>Predefined Toolset: Encapsulate commonly used R/Python plotting libraries (ggplot2, ComplexHeatmap).</a:t>
            </a:r>
          </a:p>
          <a:p>
            <a:r>
              <a:t>Natural Language Interaction: 'Change heatmap colors to red-green and cluster by gene family.'</a:t>
            </a:r>
          </a:p>
          <a:p>
            <a:r>
              <a:t>Instant Modification: All charts support PDF/SVG export for publication.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Cloud Based Bioinformation Platform represents a transformative approach to bioinformatics, offering unprecedented opportunities for innovation and discovery.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