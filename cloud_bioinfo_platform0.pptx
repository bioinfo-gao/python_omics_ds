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_rels/presentation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2AA28E-2882-4B6D-8853-3AC211CEF7D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CD99A8C-F3A4-4575-BF3F-14105CA2F07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B8C5FEE-BEC8-4A20-B079-18FB64FBD7E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65C3FC6-880B-4135-8A6D-1C075D2F7D7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77071F1-9C58-4669-80E9-CB8525C1AA0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B312D50-DE08-4A28-803D-35067804280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56F8CBB-E3C2-48CC-A828-90AF4F058B2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F29E11F-C0C8-4C82-8BE5-5707E63B966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BF4FCE-7F82-4B14-9CDC-38355C5E0F1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8AACB60-DDC5-47E5-906A-3AD7D98BBE2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AB08416-BC8F-4421-A715-37FB29C997D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566A45D-5C55-4A53-ABF8-DEF2BB2A139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55C494F-62D5-472A-9AF9-8FB00D27D4E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EA1D5D5-D1D2-433E-B076-DFF3E1FEF54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514A27E-DBCA-4C87-8AA3-32910989B8B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111CE45-21AE-4212-A032-E5A218891DB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95860BB-05F9-41B6-88F1-BB8BE5F27A9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542BC0A-6EEA-4DC8-9E49-D3972AD5726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52B339E-EC01-42A2-8141-A0DF3217B3C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2A3278B-50F3-4116-8691-B6C636FD13D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D5C0041-17C8-4976-AB4C-D25877E97BC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09B3DA7-0AC6-48C9-901B-E075D0C0DE3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9ADE528-4F1E-40CF-8142-1C8C87B8234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0340127-47C4-410F-BF44-CABC6582129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A7E8361-6B67-46B2-B6E9-5AC606CD964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1BA4093-2D0E-49F7-AA45-CFD589420F7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dd8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Cloud Based Bioinformation Platform</a:t>
            </a:r>
            <a:r>
              <a:rPr b="0" lang="zh-CN" sz="4400" spc="-1" strike="noStrike">
                <a:solidFill>
                  <a:schemeClr val="dk1"/>
                </a:solidFill>
                <a:latin typeface="Calibri"/>
              </a:rPr>
              <a:t>构想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A Vision for Future Bioinformatics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dd8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Table of Contents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1. Introduction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2. Platform Architecture Design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3. Functional Modules Detailed Planning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4. Conclusion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Introduction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The Cloud Based Bioinformation Platform aims to provide scalable, efficient, and collaborative solutions for bioinformatics research.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Platform Architecture Design - Infrastructure Layer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Cloud Service Selection: AWS (Batch/Nextflow) or Google Cloud (Life Sciences API).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Data Delivery: Raw data stored in AWS S3.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 Tools and Web-based Resumable Downloads (for Gb-level data downloads).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Permission Management: IAM Policies or Temporary Signed URLs to ensure data visibility only to clients.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Platform Architecture Design - Compute Engine Layer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Technology Stack: Nextflow or Snakemake for standardized pipelines.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Bulk RNA-seq: fastp -&gt; STAR -&gt; featureCounts -&gt; DESeq2.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10x Single Cell: CellRanger -&gt; Seurat/Scanpy.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Containerization: All software environments encapsulated in Docker for consistency across cloud instances.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Platform Architecture Design - AI Interaction Layer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LLM Engine: Integrate Claude 3.5 Sonnet or GPT-4o for code generation and scientific chart understanding.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Agent Mode: User input -&gt; LLM generates Python (Scanpy/Seurat) or R code -&gt; Runs in an isolated sandbox environment -&gt; Returns result charts.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Functional Modules Detailed Planning - Module One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Raw Data Distribution (The 'Drop-box' for Bio-data):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Client logs in to see a Dropbox-like interface to access Fastq files.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Provide MD5 checksum to ensure transmission integrity.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Functional Modules Detailed Planning - Module Two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Standard Analysis Pipeline (One-click Pipeline):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User selects samples -&gt; Select species -&gt; Click 'Start Running'.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Real-time progress bar (Log streaming).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Functional Modules Detailed Planning - Module Three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Interactive AI Laboratory (AI Bio-CoPilot):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Predefined Toolset: Encapsulate commonly used R/Python plotting libraries (ggplot2, ComplexHeatmap).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Natural Language Interaction: 'Change heatmap colors to red-green and cluster by gene family.'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Instant Modification: All charts support PDF/SVG export for publication.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Conclusion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The Cloud Based Bioinformation Platform represents a transformative approach to bioinformatics, offering unprecedented opportunities for innovation and discovery.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LibreOffice/7.6.2.1$Windows_X86_64 LibreOffice_project/56f7684011345957bbf33a7ee678afaf4d2ba333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